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From Scripts to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569CD6"/>
                </a:solidFill>
                <a:latin typeface="Calibri"/>
              </a:rPr>
              <a:t>Day 3 — ABC, Patterns &amp; Instrumentation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Recap: Days 1 &amp;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Day 1: Classes, inheritance, SRP, composition, seams, refactoring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Day 2: Data types, collections, functions, scope, decorators, error handling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You can now: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  Build classes with clear responsibilities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  Write functions with type hints, defaults, and error handling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  Use collections and comprehensions to process data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  Create decorators to add behaviour without changing code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Today: we enforce contracts (ABC), talk to instruments (serial/SCPI),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and wire everything into swappable patterns (Adapter, Strategy, DataSink)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Calibri"/>
              </a:rPr>
              <a:t>Catch-up: Key Concepts from Day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CCCCCC"/>
                </a:solidFill>
                <a:latin typeface="Calibri"/>
              </a:rPr>
              <a:t>Decorators &amp; Error Handling — the essentials for today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Decorators: Wrapping Functions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solidFill>
            <a:srgbClr val="252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import time, functools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def timer(func):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CE9178"/>
                </a:solidFill>
                <a:latin typeface="Consolas"/>
              </a:rPr>
              <a:t>    """Measure how long a function takes."""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@functools.wraps(func)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def wrapper(*args, **kwargs):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start = time.time()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result = func(*args, **kwargs)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elapsed = time.time() - start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print(f"{func.__name__} took {elapsed:.4f}s")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    return result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return wrapper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@timer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def read_sensor_batch(count: int) -&gt; list: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import random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return [random.uniform(20, 25) for _ in range(count)]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readings = read_sensor_batch(1000)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Prints: "read_sensor_batch took 0.0012s"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@timer is sugar for: read_sensor_batch = timer(read_sensor_batch)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Decorator Pattern: Step by Step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solidFill>
            <a:srgbClr val="252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A decorator is just a function that wraps another function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Step 1: Define the decorator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def log_call(func):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@functools.wraps(func)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def wrapper(*args, **kwargs):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print(f"Calling {func.__name__}({args}, {kwargs})")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result = func(*args, **kwargs)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print(f"  -&gt; returned {result}")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    return result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return wrapper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Step 2: Apply it with @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@log_call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def parse_reading(raw: str) -&gt; float: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return float(raw.split(":")[1])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Step 3: Use the function normally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parse_reading("TEMP:22.5")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Prints: Calling parse_reading(('TEMP:22.5',), {})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        -&gt; returned 22.5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Decorators: Why They Matter for Instruments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Decorators add behaviour WITHOUT changing the original function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Instrument use cases: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  @timer — measure acquisition speed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  @retry(max_attempts=3) — auto-retry on communication failure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  @log_call — record every function call for debugging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  @validate_connection — check instrument is connected before reading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You'll see @property and @abstractmethod today —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  these are decorators built into Python!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Key: decorators are closures — wrapper 'remembers' func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Error Handling: try / except / finally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solidFill>
            <a:srgbClr val="252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Basic try-except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try: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reading = float("not_a_number")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except ValueError: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print("Could not parse reading!")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Capture the exception object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try: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reading = float("bad_data")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except ValueError as e: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print(f"Error: {e}")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finally — ALWAYS runs (cleanup!)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try: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port = open("data.csv", "r")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data = port.read()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except FileNotFoundError: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print("File not found!")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finally: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print("Cleanup")  # runs whether exception or not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The pattern: try (risky) / except (handle) / finally (cleanup)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Error Handling: Good vs Bad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44747"/>
                </a:solidFill>
                <a:latin typeface="Calibri"/>
              </a:rPr>
              <a:t>BAD — Swallowing 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# NEVER do this!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try: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reading = parse_data(raw)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save_to_file(reading)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except: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pass    # silently ignore ALL errors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# Also bad: too broad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try: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value = float(raw)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except Exception: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value = 0  # masks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EC9B0"/>
                </a:solidFill>
                <a:latin typeface="Calibri"/>
              </a:rPr>
              <a:t>GOOD — Specific and informative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# Custom exception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class SensorError(Exception):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pass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def parse_reading(raw: str) -&gt; float: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try: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value = float(raw.split(':')[1])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except (ValueError, IndexError) as e: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raise SensorError(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    f"Bad: {raw!r}") from 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if not 0 &lt;= value &lt;= 100: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raise SensorError(f"OOR: {value}")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return value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69CD6"/>
                </a:solidFill>
                <a:latin typeface="Calibri"/>
              </a:rPr>
              <a:t>TASK  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Catch-up Task: Decorators &amp; Error Handling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1">
                <a:solidFill>
                  <a:srgbClr val="4EC9B0"/>
                </a:solidFill>
                <a:latin typeface="Calibri"/>
              </a:rPr>
              <a:t>  ▸ BEGINNER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1. Write a decorator that prints 'Before' and 'After' a function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2. Use try/except to handle float('hello') — print a message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3. Add a finally block that prints 'Done'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1">
                <a:solidFill>
                  <a:srgbClr val="569CD6"/>
                </a:solidFill>
                <a:latin typeface="Calibri"/>
              </a:rPr>
              <a:t>  ▸ INTERMEDIATE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4. Write @log_call: print function name, args, and return value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5. Create SensorError exception, use raise...from for chaining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1">
                <a:solidFill>
                  <a:srgbClr val="DCDCAA"/>
                </a:solidFill>
                <a:latin typeface="Calibri"/>
              </a:rPr>
              <a:t>  ▸ ADVANCED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6. Write @retry(n) — parameterised decorator, retries on exception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7. Build hierarchy: SensorError → ReadingError, FormatError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Catch-up Debrief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Decorators: wrap a function to add behaviour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  @timer, @log_call, @retry — same pattern every time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  @property, @abstractmethod — you'll see these today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Error handling: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  try/except — catch specific exceptions, not bare except: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  finally — ALWAYS runs (cleanup ports, files, connections)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  Custom exceptions — SensorError is better than ValueError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  raise X from e — chain exceptions for debugging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These are your tools for today's patterns.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Calibri"/>
              </a:rPr>
              <a:t>Abstract Base Classes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CCCCCC"/>
                </a:solidFill>
                <a:latin typeface="Calibri"/>
              </a:rPr>
              <a:t>Enforcing contracts your subclasses MUST honour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Why ABCs? The Problem with Plain Inheritance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Imagine you have 5 sensor classes. Each SHOULD have a read() method.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With plain inheritance, nothing FORCES them to implement read().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What happens when someone forgets?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  class PressureSensor(Sensor):  # forgot to implement read()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      pass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  sensor = PressureSensor()      # no error! Python is happy!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  sensor.read()                  # AttributeError at RUNTIME — too late!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ABCs solve this: if a subclass forgets a required method,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Python raises TypeError at INSTANTIATION — not at runtime.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ABCs = a contract: 'If you inherit from me, you MUST implement these methods.'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ABC: The Syntax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solidFill>
            <a:srgbClr val="252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from abc import ABC, abstractmethod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class Sensor(ABC):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CE9178"/>
                </a:solidFill>
                <a:latin typeface="Consolas"/>
              </a:rPr>
              <a:t>    """Abstract base class for all sensors."""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def __init__(self, name: str):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self.name = name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@abstractmethod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def read(self) -&gt; float: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CE9178"/>
                </a:solidFill>
                <a:latin typeface="Consolas"/>
              </a:rPr>
              <a:t>        """Read a value from the sensor. Subclasses MUST implement this."""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    pass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@abstractmethod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def calibrate(self) -&gt; None: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CE9178"/>
                </a:solidFill>
                <a:latin typeface="Consolas"/>
              </a:rPr>
              <a:t>        """Calibrate the sensor. Subclasses MUST implement this."""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    pass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def status(self) -&gt; str: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CE9178"/>
                </a:solidFill>
                <a:latin typeface="Consolas"/>
              </a:rPr>
              <a:t>        """Concrete method — shared by all sensors, no need to override."""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    return f"Sensor '{self.name}' is active"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This FAILS — can't instantiate an ABC directly: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sensor = Sensor("test")  # TypeError: Can't instantiate abstract class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Implementing the Contract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solidFill>
            <a:srgbClr val="252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class TemperatureSensor(Sensor):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def __init__(self, name: str, port: str = "SIM"):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super().__init__(name)    # call the ABC's __init__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self.port = port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def read(self) -&gt; float: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    import random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    return round(random.uniform(20.0, 25.0), 2)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def calibrate(self) -&gt; None: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print(f"Calibrating {self.name} on {self.port}...")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class VoltageSensor(Sensor):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def __init__(self, name: str):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super().__init__(name)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def read(self) -&gt; float: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    import random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    return round(random.uniform(3.0, 3.5), 3)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def calibrate(self) -&gt; None: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print(f"Voltage calibration for {self.name}")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Both work — they implement ALL abstract methods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temp = TemperatureSensor("TEMP_1")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volt = VoltageSensor("VOLT_1")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print(temp.read())        # 22.47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print(volt.status())      # "Sensor 'VOLT_1' is active" (inherited!)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69CD6"/>
                </a:solidFill>
                <a:latin typeface="Calibri"/>
              </a:rPr>
              <a:t>TASK  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Task: Build Your ABC Hierarchy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1">
                <a:solidFill>
                  <a:srgbClr val="4EC9B0"/>
                </a:solidFill>
                <a:latin typeface="Calibri"/>
              </a:rPr>
              <a:t>  ▸ BEGINNER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1. Create Sensor ABC: __init__(name), abstract read(), calibrate()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2. Implement TemperatureSensor (random 20-25) and VoltageSensor (3.0-3.5)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3. Try Sensor('test') — what error? Call read() on each subclass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1">
                <a:solidFill>
                  <a:srgbClr val="569CD6"/>
                </a:solidFill>
                <a:latin typeface="Calibri"/>
              </a:rPr>
              <a:t>  ▸ INTERMEDIATE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4. Add abstract @property unit — 'C' for temp, 'V' for voltage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5. Add concrete status() on ABC using self.unit and self.read()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1">
                <a:solidFill>
                  <a:srgbClr val="DCDCAA"/>
                </a:solidFill>
                <a:latin typeface="Calibri"/>
              </a:rPr>
              <a:t>  ▸ ADVANCED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6. Add __init_subclass__ auto-registration + list_types() classmethod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7. Create BrokenSensor missing calibrate() — read the error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ABC Task Debrief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Common mistakes: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  Forgot @abstractmethod -- method becomes optional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  Forgot super().__init__() -- parent's __init__ never runs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  @property must be ABOVE @abstractmethod (order matters!)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Key takeaways: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  ABCs ENFORCE contracts -- missing methods caught at instantiation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  Concrete methods provide shared behaviour for free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  Abstract properties enforce metadata (units, names)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  This is polymorphism: same interface, different implementations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ABCs: Enforcing Properties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solidFill>
            <a:srgbClr val="252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from abc import ABC, abstractmethod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class Sensor(ABC):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def __init__(self, name: str):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self.name = name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@property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@abstractmethod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def unit(self) -&gt; str: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CE9178"/>
                </a:solidFill>
                <a:latin typeface="Consolas"/>
              </a:rPr>
              <a:t>        """Subclasses MUST define this."""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    pass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@abstractmethod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def read(self) -&gt; float: pass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def status(self) -&gt; str: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    return f"{self.name}: reading={self.read()} {self.unit}"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class TemperatureSensor(Sensor):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@property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def unit(self) -&gt; str: return "C"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def read(self) -&gt; float: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    import random; return round(random.uniform(20, 25), 2)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temp = TemperatureSensor("TEMP_1")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print(temp.unit)      # "C"  (accessed without parentheses!)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print(temp.status())  # "TEMP_1: reading=22.45 C"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ABCs: Class Methods &amp; Design Tips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solidFill>
            <a:srgbClr val="252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class Sensor(ABC):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_registry = {}     # class-level registry of all sensor types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def __init__(self, name: str):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self.name = name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def __init_subclass__(cls, **kwargs):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CE9178"/>
                </a:solidFill>
                <a:latin typeface="Consolas"/>
              </a:rPr>
              <a:t>        """Automatically register every subclass."""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super().__init_subclass__(**kwargs)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Sensor._registry[cls.__name__] = cls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@classmethod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def list_types(cls) -&gt; list: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    return list(cls._registry.keys())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@abstractmethod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def read(self) -&gt; float: pass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class TemperatureSensor(Sensor):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def read(self) -&gt; float: return 22.5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class VoltageSensor(Sensor):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def read(self) -&gt; float: return 3.3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print(Sensor.list_types())  # ['TemperatureSensor', 'VoltageSensor']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Reference: Properties with Setters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solidFill>
            <a:srgbClr val="252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Read-only property: store private, expose via @property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class Sensor(ABC):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def __init__(self, name: str):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self._name = name.strip()   # validate on creation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@property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def name(self) -&gt; str: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    return self._name           # no setter = read-only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Property with getter AND setter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class CalibratedSensor(Sensor):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def __init__(self, name):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super().__init__(name)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self._offset = 0.0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@property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def calibration_offset(self) -&gt; float: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    return self._offset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@calibration_offset.setter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def calibration_offset(self, value):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    if not isinstance(value, (int, float)):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        raise TypeError("Offset must be numeric")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self._offset = value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Calibri"/>
              </a:rPr>
              <a:t>Instrumental Programming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CCCCCC"/>
                </a:solidFill>
                <a:latin typeface="Calibri"/>
              </a:rPr>
              <a:t>How instruments communicate with your code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How Instruments Communicate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Most instruments use a request-response pattern: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  You send a command string --&gt; instrument returns a response string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Physical connections: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  Serial (RS-232) -- most common, text commands over TX/RX wires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  USB -- modern instruments appear as virtual serial ports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  GPIB / Ethernet -- lab buses, same command pattern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SCPI: Standard Commands for Programmable Instruments ('skippy')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  *IDN?           --&gt; identify the instrument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  MEAS:TEMP?      --&gt; query (? = read, no ? = write)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  Commands end with \r\n (carriage return + line feed)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SCPI &amp; Serial: The Essentials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solidFill>
            <a:srgbClr val="252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The complete serial + SCPI flow (using pyserial)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import serial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1. Connect -- parameters MUST match instrument ("9600 8N1")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port = serial.Serial("COM3", baudrate=9600, timeout=2.0)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2. Identify -- every SCPI instrument supports *IDN?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port.write(b"*IDN?\r\n")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idn = port.readline().decode().strip()      # "Keithley,2400,..."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3. Query -- send command, parse response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port.write(b"MEAS:TEMP?\r\n")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temp = float(port.readline().decode().strip())  # 22.567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4. Set -- no ? means write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port.write(b"SET:INTERVAL 0.5\r\n")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ack = port.readline().decode().strip()       # "OK"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5. ALWAYS close when done (or use 'with' statement)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port.close()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Key: bytes in (b"..."), string out (.decode()), float for math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69CD6"/>
                </a:solidFill>
                <a:latin typeface="Calibri"/>
              </a:rPr>
              <a:t>TASK  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Task: Simulate an Instrument Conversation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1">
                <a:solidFill>
                  <a:srgbClr val="4EC9B0"/>
                </a:solidFill>
                <a:latin typeface="Calibri"/>
              </a:rPr>
              <a:t>  ▸ BEGINNER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1. Write send_command() with if/elif for 3 commands: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   '*IDN?' -&gt; 'SimSensor v1.0'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   'READ:TEMP' / 'READ:VOLT' -&gt; random values as strings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2. Test it: print(send_command('*IDN?'))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1">
                <a:solidFill>
                  <a:srgbClr val="569CD6"/>
                </a:solidFill>
                <a:latin typeface="Calibri"/>
              </a:rPr>
              <a:t>  ▸ INTERMEDIATE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3. Create CommandError custom exception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4. Raise CommandError for unknown commands instead of error string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5. Conversation loop: *IDN?, 5x READ:TEMP, invalid command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1">
                <a:solidFill>
                  <a:srgbClr val="DCDCAA"/>
                </a:solidFill>
                <a:latin typeface="Calibri"/>
              </a:rPr>
              <a:t>  ▸ ADVANCED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6. Refactor to dispatch dict: commands = {'*IDN?': lambda: ...}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7. Add 'SET:INTERVAL {value}' with state storage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8. Implement a command history buffer (last 10 commands)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Mock Instrument Debrief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Notice what send_command does: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  - Receives a string command (like real serial communication)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  - Returns a string response (like a real instrument)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  - Raises errors for unknown commands (like a real instrument)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The STRETCH question revealed a problem: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  send_command() needs to remember state (interval, connection, etc.)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  Functions don't hold state well — but CLASSES do!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This is exactly the motivation for the Adapter Pattern: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  - Wrap instrument communication in a CLASS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  - The class holds state (port, connection, settings)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  - Methods implement the commands (connect, read, disconnect)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  - An ABC enforces the interface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Calibri"/>
              </a:rPr>
              <a:t>The Adapter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CCCCCC"/>
                </a:solidFill>
                <a:latin typeface="Calibri"/>
              </a:rPr>
              <a:t>Making hardware swappable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The Problem: Code Married to Hardware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44747"/>
                </a:solidFill>
                <a:latin typeface="Calibri"/>
              </a:rPr>
              <a:t>BAD — Everything in one 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def read_temperature():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port = serial.Serial('COM3', 9600)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port.write(b'READ:TEMP\r\n')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raw = port.readline().decode()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value = float(raw.strip())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port.close()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with open('data.csv', 'a') as f: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f.write(f'{value}\n')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print(f'Temp: {value}')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return value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# Problems: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# - Can't test without hardware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# - Can't change instrument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# - Can't change data format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# - Can't change display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EC9B0"/>
                </a:solidFill>
                <a:latin typeface="Calibri"/>
              </a:rPr>
              <a:t>GOOD — Separated concerns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# Adapter handles ONLY communication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class SerialAdapter(InstrumentAdapter):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def read(self) -&gt; float: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self.port.write(b'READ:TEMP\r\n')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return float(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    self.port.readline()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    .decode().strip())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# Controller handles ONLY logic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def take_readings(adapter, sink):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value = adapter.read()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sink.write(value)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return value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# Can test! Can swap! Can change!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# SimAdapter for testing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# CsvSink or JsonSink for data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Adapter Pattern: ABC + Implementations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solidFill>
            <a:srgbClr val="252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from abc import ABC, abstractmethod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class InstrumentAdapter(ABC):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CE9178"/>
                </a:solidFill>
                <a:latin typeface="Consolas"/>
              </a:rPr>
              <a:t>    """Contract: all adapters MUST implement these methods."""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@abstractmethod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def connect(self) -&gt; None: pass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@abstractmethod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def read_temperature(self) -&gt; float: pass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@abstractmethod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def read_voltage(self) -&gt; float: pass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@abstractmethod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def disconnect(self) -&gt; None: pass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class SimulatedAdapter(InstrumentAdapter):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CE9178"/>
                </a:solidFill>
                <a:latin typeface="Consolas"/>
              </a:rPr>
              <a:t>    """For development and testing — no hardware needed."""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def connect(self): print("Simulated: connected")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def read_temperature(self):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    import random; return round(random.uniform(20, 25), 2)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def read_voltage(self):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    import random; return round(random.uniform(3.0, 3.5), 3)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def disconnect(self): print("Simulated: disconnected")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SerialAdapter: Real Hardware Communication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solidFill>
            <a:srgbClr val="252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class SerialAdapter(InstrumentAdapter):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CE9178"/>
                </a:solidFill>
                <a:latin typeface="Consolas"/>
              </a:rPr>
              <a:t>    """Talks to a real instrument via serial port."""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def __init__(self, port: str, baudrate: int = 9600):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self._port_name = port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self._baudrate = baudrate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self._connection = None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def connect(self) -&gt; None: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    import serial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self._connection = serial.Serial(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    self._port_name, self._baudrate, timeout=2.0)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def read_temperature(self) -&gt; float: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self._connection.write(b"READ:TEMP\r\n")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    return float(self._connection.readline().decode().strip())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def read_voltage(self) -&gt; float: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self._connection.write(b"READ:VOLT\r\n")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    return float(self._connection.readline().decode().strip())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def disconnect(self) -&gt; None: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    if self._connection: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    self._connection.close()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"The Controller Does Not Care"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solidFill>
            <a:srgbClr val="252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def run_acquisition(adapter: InstrumentAdapter, num_readings: int = 5):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CE9178"/>
                </a:solidFill>
                <a:latin typeface="Consolas"/>
              </a:rPr>
              <a:t>    """Take readings using ANY adapter. Does not know or care which."""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adapter.connect()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try: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    for i in range(num_readings):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    temp = adapter.read_temperature()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    volt = adapter.read_voltage()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    print(f"Reading {i+1}: temp={temp}C, volt={volt}V")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finally: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adapter.disconnect()    # ALWAYS disconnect, even if error!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Development: use simulated adapter (no hardware)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run_acquisition(SimulatedAdapter())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Production: use real adapter (real instrument)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run_acquisition(SerialAdapter("COM3", 9600))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New instrument? Write one new adapter class. Nothing else changes.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run_acquisition(GpibAdapter("GPIB0::22"))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run_acquisition(EthernetAdapter("192.168.1.100"))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69CD6"/>
                </a:solidFill>
                <a:latin typeface="Calibri"/>
              </a:rPr>
              <a:t>TASK  (20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Task: Build the Adapter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1">
                <a:solidFill>
                  <a:srgbClr val="4EC9B0"/>
                </a:solidFill>
                <a:latin typeface="Calibri"/>
              </a:rPr>
              <a:t>  ▸ BEGINNER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1. Create InstrumentAdapter ABC: connect(), read_temperature(),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   read_voltage(), disconnect()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2. Implement SimulatedAdapter — returns random data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3. Write run_acquisition(adapter, count)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1">
                <a:solidFill>
                  <a:srgbClr val="569CD6"/>
                </a:solidFill>
                <a:latin typeface="Calibri"/>
              </a:rPr>
              <a:t>  ▸ INTERMEDIATE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4. Implement MockSerialAdapter using send_command()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5. Swap adapters — how many lines of run_acquisition changed?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1">
                <a:solidFill>
                  <a:srgbClr val="DCDCAA"/>
                </a:solidFill>
                <a:latin typeface="Calibri"/>
              </a:rPr>
              <a:t>  ▸ ADVANCED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6. Factory function: create_adapter(mode) -&gt; adapter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7. Adapter registry: register('sim', SimulatedAdapter)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8. Context manager: with SimulatedAdapter() as adapter: ...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Reference: Factory Pattern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solidFill>
            <a:srgbClr val="252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Simple factory function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def create_adapter(mode):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if mode == "simulated":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    return SimulatedAdapter()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elif mode == "serial":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    return MockSerialAdapter()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raise ValueError(f"Unknown mode: {mode}")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adapter = create_adapter("simulated")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Adapter registry — extensible without modifying factory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class AdapterRegistry: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_adapters = {}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@classmethod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def register(cls, name, adapter_cls):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cls._adapters[name] = adapter_cls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@classmethod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def create(cls, name, **kwargs):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    if name not in cls._adapters: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        raise ValueError(f"Unknown adapter: {name}")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    return cls._adapters[name](**kwargs)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Register adapters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AdapterRegistry.register("sim", SimulatedAdapter)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AdapterRegistry.register("serial", MockSerialAdapter)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Create from registry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adapter = AdapterRegistry.create("sim")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Reference: Context Manager for Adapters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solidFill>
            <a:srgbClr val="252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Context manager support — guarantees cleanup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class SimulatedAdapter(InstrumentAdapter):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    # ... (existing methods) ...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def __enter__(self):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self.connect()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    return self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def __exit__(self, *args):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self.disconnect()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Use with 'with' statement: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with SimulatedAdapter() as adapter: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print(adapter.read_temperature())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print(adapter.read_voltage())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auto-disconnects — even if an error occurs inside 'with'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Same pattern as file handling: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with open("data.csv") as f: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    data = f.read()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Adapter Pattern Debrief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The answer to 'how many lines changed?' should be: 1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That's the power of the Adapter Pattern: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  - The ABC defines WHAT needs to happen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  - Each adapter defines HOW it happens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  - The controller only knows the ABC — not the implementation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Real-world benefits: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  - Develop without hardware (SimulatedAdapter)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  - Test automatically in CI/CD (no instruments needed)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  - Support new instruments by writing one new class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Calibri"/>
              </a:rPr>
              <a:t>The Strategy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CCCCCC"/>
                </a:solidFill>
                <a:latin typeface="Calibri"/>
              </a:rPr>
              <a:t>Swapping measurement behaviour without rewriting code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The Measurement Modes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44747"/>
                </a:solidFill>
                <a:latin typeface="Calibri"/>
              </a:rPr>
              <a:t>BAD — if/elif sprawl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def measure(adapter, mode, count):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if mode == 'single':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return adapter.read_temperature()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elif mode == 'average':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total = 0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for _ in range(count):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    total += adapter.read_temperature()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return total / count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elif mode == 'max':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readings = []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for _ in range(count):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    readings.append(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        adapter.read_temperature())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return max(readings)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elif mode == 'burst':  ...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# Grows forever, hard to test each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EC9B0"/>
                </a:solidFill>
                <a:latin typeface="Calibri"/>
              </a:rPr>
              <a:t>GOOD — Strategy objects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class SingleShot(MeasurementStrategy):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def execute(self, adapter):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return [adapter.read_temperature()]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class Averaging(MeasurementStrategy):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def __init__(self, count=10):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self.count = count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def execute(self, adapter):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readings = [adapter.read_temperature()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            for _ in range(self.count)]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return [sum(readings)/len(readings)]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# Clean, testable, extensible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# Add new modes without touching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# existing code!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69CD6"/>
                </a:solidFill>
                <a:latin typeface="Calibri"/>
              </a:rPr>
              <a:t>TASK  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Task: Strategy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1">
                <a:solidFill>
                  <a:srgbClr val="4EC9B0"/>
                </a:solidFill>
                <a:latin typeface="Calibri"/>
              </a:rPr>
              <a:t>  ▸ BEGINNER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1. Create MeasurementStrategy ABC: execute(adapter) -&gt; list[float]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2. Implement SingleShotStrategy — returns [single_reading]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3. Write run_measurement(adapter, strategy)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1">
                <a:solidFill>
                  <a:srgbClr val="569CD6"/>
                </a:solidFill>
                <a:latin typeface="Calibri"/>
              </a:rPr>
              <a:t>  ▸ INTERMEDIATE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4. Add AveragingStrategy(count=10) and MaxStrategy(count=10)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5. Swap strategies by changing ONE line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1">
                <a:solidFill>
                  <a:srgbClr val="DCDCAA"/>
                </a:solidFill>
                <a:latin typeface="Calibri"/>
              </a:rPr>
              <a:t>  ▸ ADVANCED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6. Add MedianStrategy — sort readings, take middle value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7. ChainedStrategy(*strategies) — run multiple in sequence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8. create_strategy(config_dict) — runtime strategy creation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Strategy Pattern Debrief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Two patterns, infinite combinations: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  SimulatedAdapter + SingleShotStrategy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  SimulatedAdapter + AveragingStrategy(count=100)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  SerialAdapter + MaxStrategy(count=50)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  GpibAdapter + AveragingStrategy(count=10)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The controller function run_measurement() NEVER changes.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It doesn't know which adapter or strategy it's using.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To add a new measurement mode: write ONE new class.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To add a new instrument: write ONE new class.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Everything composes freely.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Calibri"/>
              </a:rPr>
              <a:t>Data I/O &amp; Data Sinks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CCCCCC"/>
                </a:solidFill>
                <a:latin typeface="Calibri"/>
              </a:rPr>
              <a:t>Storing readings — files, CSV, and the DataSink pattern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File I/O: Context Managers &amp; CSV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solidFill>
            <a:srgbClr val="252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import csv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from datetime import datetime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Context manager — file auto-closes even if error occurs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with open("readings.csv", "w", newline="") as f: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writer = csv.writer(f)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writer.writerow(["timestamp", "channel", "value"])   # header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writer.writerow([datetime.now().isoformat(), "TEMP_1", 22.5])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writer.writerow([datetime.now().isoformat(), "VOLT_1", 3.31])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Reading CSV back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with open("readings.csv", "r") as f: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reader = csv.DictReader(f)     # rows become dicts!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for row in reader: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print(f"{row['channel']}: {row['value']} at {row['timestamp']}")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JSON for metadata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import json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metadata = {"experiment": "thermal_test", "operator": "Alice",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    "date": "2024-01-15", "channels": ["TEMP_1", "VOLT_1"]}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with open("metadata.json", "w") as f: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json.dump(metadata, f, indent=2)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69CD6"/>
                </a:solidFill>
                <a:latin typeface="Calibri"/>
              </a:rPr>
              <a:t>TASK  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Task: Save &amp; Load Readings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1">
                <a:solidFill>
                  <a:srgbClr val="4EC9B0"/>
                </a:solidFill>
                <a:latin typeface="Calibri"/>
              </a:rPr>
              <a:t>  ▸ BEGINNER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1. Take 10 temperature readings with SimulatedAdapter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2. Write to CSV: timestamp, channel, value columns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3. Read CSV back and print each row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1">
                <a:solidFill>
                  <a:srgbClr val="569CD6"/>
                </a:solidFill>
                <a:latin typeface="Calibri"/>
              </a:rPr>
              <a:t>  ▸ INTERMEDIATE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4. Calculate min, max, average from file data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5. Handle FileNotFoundError gracefully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1">
                <a:solidFill>
                  <a:srgbClr val="DCDCAA"/>
                </a:solidFill>
                <a:latin typeface="Calibri"/>
              </a:rPr>
              <a:t>  ▸ ADVANCED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6. Write experiment metadata to JSON file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7. Use pathlib.Path for cross-platform file handling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8. Rewrite CSV with DictWriter/DictReader — compare clarity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DataSink Pattern: ABC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solidFill>
            <a:srgbClr val="252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from abc import ABC, abstractmethod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class DataSink(ABC):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CE9178"/>
                </a:solidFill>
                <a:latin typeface="Consolas"/>
              </a:rPr>
              <a:t>    """Contract: all data sinks MUST implement these methods."""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@abstractmethod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def open(self) -&gt; None: pass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@abstractmethod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def write_reading(self, timestamp: str, channel: str, value: float): pass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@abstractmethod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def close(self) -&gt; None: pass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class PrintSink(DataSink):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CE9178"/>
                </a:solidFill>
                <a:latin typeface="Consolas"/>
              </a:rPr>
              <a:t>    """Simple sink that prints to console."""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def open(self): print("--- Recording started ---")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def write_reading(self, timestamp, channel, value):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print(f"  {channel}: {value} at {timestamp}")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def close(self): print("--- Recording ended ---")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Same adapter pattern applied to OUTPUT instead of input.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The controller doesn't care WHERE data goes.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CsvSink: Writing to CSV Files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solidFill>
            <a:srgbClr val="252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import csv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class CsvSink(DataSink):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CE9178"/>
                </a:solidFill>
                <a:latin typeface="Consolas"/>
              </a:rPr>
              <a:t>    """Writes readings to a CSV file."""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def __init__(self, filename: str):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self.filename = filename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self._file = None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self._writer = None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def open(self):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self._file = open(self.filename, "w", newline="")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self._writer = csv.writer(self._file)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self._writer.writerow(["timestamp", "channel", "value"])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def write_reading(self, timestamp, channel, value):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self._writer.writerow([timestamp, channel, value])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def close(self):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    if self._file: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    self._file.close()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CompositeSink: Write to Multiple Outputs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solidFill>
            <a:srgbClr val="252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class CompositeSink(DataSink):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CE9178"/>
                </a:solidFill>
                <a:latin typeface="Consolas"/>
              </a:rPr>
              <a:t>    """Write to multiple sinks simultaneously."""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def __init__(self, *sinks: DataSink):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self.sinks = sinks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def open(self):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    for sink in self.sinks: sink.open()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def write_reading(self, timestamp: str, channel: str, value: float):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    for sink in self.sinks: sink.write_reading(timestamp, channel, value)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def close(self):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    for sink in self.sinks: sink.close()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Use it: write to CSV AND print to console simultaneously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sink = CompositeSink(CsvSink("experiment_001.csv"), PrintSink())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sink.open()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sink.write_reading("2024-01-15T10:30:00", "TEMP_1", 22.5)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sink.close()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Adding a new output: write ONE new DataSink class. Nothing else changes.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69CD6"/>
                </a:solidFill>
                <a:latin typeface="Calibri"/>
              </a:rPr>
              <a:t>TASK  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Task: Build DataSinks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1">
                <a:solidFill>
                  <a:srgbClr val="4EC9B0"/>
                </a:solidFill>
                <a:latin typeface="Calibri"/>
              </a:rPr>
              <a:t>  ▸ BEGINNER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1. Create DataSink ABC: open(), write_reading(), close()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2. Implement CsvSink(filename)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3. Implement PrintSink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1">
                <a:solidFill>
                  <a:srgbClr val="569CD6"/>
                </a:solidFill>
                <a:latin typeface="Calibri"/>
              </a:rPr>
              <a:t>  ▸ INTERMEDIATE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4. Implement CompositeSink(*sinks) — delegates to all sinks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5. Test: CompositeSink(CsvSink('out.csv'), PrintSink())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1">
                <a:solidFill>
                  <a:srgbClr val="DCDCAA"/>
                </a:solidFill>
                <a:latin typeface="Calibri"/>
              </a:rPr>
              <a:t>  ▸ ADVANCED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6. Add JsonSink — writes JSON array of reading objects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7. BufferedSink — flush every N records for efficiency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8. Add __enter__/__exit__ for context manager support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Calibri"/>
              </a:rPr>
              <a:t>Capstone: Mini Data Acquisition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CCCCCC"/>
                </a:solidFill>
                <a:latin typeface="Calibri"/>
              </a:rPr>
              <a:t>Everything connected — adapter, strategy, sink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The Complete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Adapter  --&gt;  Controller  --&gt;  Strategy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                  |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              DataSink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Adapter: reads data from instrument/simulator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Controller: coordinates the process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Strategy: decides HOW to measure (single, averaging, max)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DataSink: writes results (CSV, JSON, console, all of them)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Every piece is swappable. Every piece is testable.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Change the instrument? New adapter. Controller? UNCHANGED.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"The controller does not care."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69CD6"/>
                </a:solidFill>
                <a:latin typeface="Calibri"/>
              </a:rPr>
              <a:t>TASK  (30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Capstone: Build the Full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1">
                <a:solidFill>
                  <a:srgbClr val="4EC9B0"/>
                </a:solidFill>
                <a:latin typeface="Calibri"/>
              </a:rPr>
              <a:t>  ▸ BEGINNER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1. SimulatedAdapter + SingleShotStrategy + PrintSink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2. Write run_experiment(adapter, strategy, sink, cycles)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3. Run 5 measurement cycles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1">
                <a:solidFill>
                  <a:srgbClr val="569CD6"/>
                </a:solidFill>
                <a:latin typeface="Calibri"/>
              </a:rPr>
              <a:t>  ▸ INTERMEDIATE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4. AveragingStrategy(count=5) + CompositeSink(CsvSink, PrintSink)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5. Add try/finally for guaranteed cleanup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6. Run 10 cycles, check CSV. Swap strategy — ZERO changes!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1">
                <a:solidFill>
                  <a:srgbClr val="DCDCAA"/>
                </a:solidFill>
                <a:latin typeface="Calibri"/>
              </a:rPr>
              <a:t>  ▸ ADVANCED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7. Error recovery: retry up to 3 times on failure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8. Config dict that drives the entire pipeline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9. Replace print() with logging module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Capstone Debrief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What you built today: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  - ABCs that enforce contracts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  - Adapters that abstract hardware communication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  - Strategies that make measurement modes swappable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  - Data sinks that make output formats pluggable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  - A controller that ties everything together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The architecture supports change: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  New instrument? One new adapter. New format? One new sink.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  New measurement mode? One new strategy. Controller? Unchanged.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569CD6"/>
                </a:solidFill>
                <a:latin typeface="Calibri"/>
              </a:rPr>
              <a:t>Course Complete: From Scripts to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Day 1: Why scripts break. Objects, classes, inheritance, SRP, seams.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Day 2: Python foundations. Types, collections, functions, decorators, errors.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Day 3: ABCs, serial/SCPI, adapters, strategies, data sinks, capstone.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The journey: monolithic script  --&gt;  modular, testable, swappable system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"The controller does not care."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What comes next: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  GUI with PySide6  |  Threading for background acquisition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  Real hardware integration  |  Packaging and distribution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