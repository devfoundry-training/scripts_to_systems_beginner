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Scripts to Systems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1, From Script to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Application Architecture for Instrument Control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About This Course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engineers who write Python for instruments and want to write better software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build a working instrument-control application over 3 days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simulator-first, no real hardware required for any delegate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pattern appears first in simple form, then in a realistic context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Architecture foundations | Day 2: GUI application | Day 3: Data and performance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Training Rig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SimulatedInstrument generates temperature and voltage readings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commands (READ:TEMP, SET:INTERVAL, *IDN?), returns realistic data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simulate errors: timeouts, garbage responses, intermittent disconnects, drift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one real Arduino/instrument rig on the instructor desk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delegates work entirely with the simulator, no hardware dependency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Script That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200-line Python script: open serial port, read values, print them, write to CSV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runs, it produces output, it does the job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one-off measurement task, this is absolutely fine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what happens when the requirements change?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Script That Breaks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boss wants a GUI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instrument changes (new model, new protocol)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engineer has to maintain it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format needs to change (CSV to HDF5, add metadata)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add error handling, retries, timeouts...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what has broken YOUR scripts?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Scripts Break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place, no separation of concerns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scattered across global variables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details wired directly into application logic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test without plugging in real hardware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change ripples through the entire file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structural problems that patterns solve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Goal — Architecture That Survives Change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architecture: UI, Controller, Model, Adapter, Hardware/Simulator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instrument? Change one adapter file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data format? Change one sink file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GUI? The model doesn't know or care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we're heading over 3 days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OOP from Scratch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objects, state, and responsibility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Functions vs Classes — When to Upgrade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are great for stateless transformations: parse_reading(), format_timestamp()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are for things with state and behaviour: a connection, a recorder, a sensor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you pass the same 3 or 4 values between functions, you want an object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oversell OOP, functions are fine when they're enough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Functions vs Classes — Code Example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(stateless)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36792" y="868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(stateful)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94960" cy="4572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6" name="Shape 4"/>
          <p:cNvSpPr/>
          <p:nvPr/>
        </p:nvSpPr>
        <p:spPr>
          <a:xfrm>
            <a:off x="6336792" y="1280160"/>
            <a:ext cx="5394960" cy="4572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7" name="Shape 5"/>
          <p:cNvSpPr/>
          <p:nvPr/>
        </p:nvSpPr>
        <p:spPr>
          <a:xfrm>
            <a:off x="6094476" y="914400"/>
            <a:ext cx="0" cy="5120640"/>
          </a:xfrm>
          <a:prstGeom prst="line">
            <a:avLst/>
          </a:prstGeom>
          <a:noFill/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"""No state needed, just transform."""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','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"TEMP,23.5,C"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73952" y="13716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SerialConnection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"""Has state: port, baud rate, open/closed."""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baud_rate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baud_rate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baud_rate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_serial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_serial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baud_rate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_serial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for transformations, classes for things with state and identity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an Object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combines state, behaviour, and identity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TemperatureReading has a value, a unit, a timestamp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SerialConnection has a port, a baud rate, an open/closed state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an Object — Code Example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"""State: value, unit, timestamp. Behaviour: format, convert."""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f"{self.value:.2f} {self.unit}"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to_celsius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an instance — a specific reading with its own identity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23.5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"23.50 C"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State and Responsibility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should have one clear reason to exist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TemperatureSensor: reads temperature from the instrument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DataRecorder: writes readings to a file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class is doing two unrelated things, split it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describe the class in one sentence. If you need "and", it's two classes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State and Responsibility — Bad vs Good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responsibilities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36792" y="868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 each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94960" cy="4572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6" name="Shape 4"/>
          <p:cNvSpPr/>
          <p:nvPr/>
        </p:nvSpPr>
        <p:spPr>
          <a:xfrm>
            <a:off x="6336792" y="1280160"/>
            <a:ext cx="5394960" cy="4572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7" name="Shape 5"/>
          <p:cNvSpPr/>
          <p:nvPr/>
        </p:nvSpPr>
        <p:spPr>
          <a:xfrm>
            <a:off x="6094476" y="914400"/>
            <a:ext cx="0" cy="5120640"/>
          </a:xfrm>
          <a:prstGeom prst="line">
            <a:avLst/>
          </a:prstGeom>
          <a:noFill/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InstrumentManager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"""Reads AND records AND displays."""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csv_file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"data.csv"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QLabel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do_everything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csv_file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f"{value}\n"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setText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f"{value:.2f}"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73952" y="13716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"""Reads from instrument."""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"""Writes to file."""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"""Shows to user."""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Each can change independently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Composition vs Inheritance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("is a"): use sparingly, mainly for the adapter interface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("has a"): use by default, most instrument code benefits from this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DataAcquisitionSystem HAS a sensor, HAS a recorder, HAS a display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sensor, NOT a recorder, NOT a display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instrument code, composition wins almost always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Composition vs Inheritance — Code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(fragile)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36792" y="868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(flexible)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94960" cy="4572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6" name="Shape 4"/>
          <p:cNvSpPr/>
          <p:nvPr/>
        </p:nvSpPr>
        <p:spPr>
          <a:xfrm>
            <a:off x="6336792" y="1280160"/>
            <a:ext cx="5394960" cy="4572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7" name="Shape 5"/>
          <p:cNvSpPr/>
          <p:nvPr/>
        </p:nvSpPr>
        <p:spPr>
          <a:xfrm>
            <a:off x="6094476" y="914400"/>
            <a:ext cx="0" cy="5120640"/>
          </a:xfrm>
          <a:prstGeom prst="line">
            <a:avLst/>
          </a:prstGeom>
          <a:noFill/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Inheriting from the sensor? Really?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DataSystem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TemperatureSensor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"""IS a sensor... but also records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What if we need two sensors?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What if we swap the sensor type?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Inheritance locks us in.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73952" y="13716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DataSystem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"""HAS a sensor, HAS a recorder."""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injected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injected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acquire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Swap sensor? Pass a different one.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a second sensor? Add another field.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Composition keeps options open.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to Slice Logic into Small Units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nouns: instrument, reading, recorder, config, display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verbs: connect, read, record, display, configure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each verb to the right noun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noun has too many verbs, split it into two nouns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1 — From Script to Classes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receive a messy 200-line script (examples/messy_script.py)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through it and identify at least 3 distinct responsibilities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class for each responsibility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main() so it creates instances and calls methods, no globals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refactored version should produce the same output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25 to 30 minutes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1 Debrief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classes did you create?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answers: InstrumentReader, DataRecorder, ReadingFormatter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creating classes that are just namespaces (no state)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making one giant class that does everything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single right answer, but some splits are clearly better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Patterns in Instrument Programming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Seams, adapters, and strategies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Messy Driver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150-line instrument driver (examples/messy_driver.py)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concerns: serial setup, command formatting, response parsing, error handling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port, baud rate, command strings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works, but changing anything is risky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a Seam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seam is a point where you can change behaviour without editing surrounding code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instrument code, seams are at: the transport layer, the command format, the response parser, and the error handler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seams tell you where to cut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Finding Seams — Code Example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read_temperature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SEAM 1: Transport — hardcoded serial setup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'/dev/ttyUSB0'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SEAM 2: Protocol — hardcoded command format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'READ:TEMP\n'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SEAM 3: Parsing — coupled to response format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','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SEAM 4: Error handling — scattered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"WARNING: suspect reading"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seams in one function. Each is a reason to change. Each should be its own concern.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Refactoring Toward Clarity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everything tangled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36792" y="868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seams separated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94960" cy="4572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6" name="Shape 4"/>
          <p:cNvSpPr/>
          <p:nvPr/>
        </p:nvSpPr>
        <p:spPr>
          <a:xfrm>
            <a:off x="6336792" y="1280160"/>
            <a:ext cx="5394960" cy="4572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7" name="Shape 5"/>
          <p:cNvSpPr/>
          <p:nvPr/>
        </p:nvSpPr>
        <p:spPr>
          <a:xfrm>
            <a:off x="6094476" y="914400"/>
            <a:ext cx="0" cy="5120640"/>
          </a:xfrm>
          <a:prstGeom prst="line">
            <a:avLst/>
          </a:prstGeom>
          <a:noFill/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read_temperature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'/dev/ttyUSB0'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'READ:TEMP\n'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','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73952" y="13716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read_temperature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transport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'READ:TEMP'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extract_value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Transport is injectable (real or fake)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Parser is a pure function (testable)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read_temperature() just orchestrates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2 — Refactor the Messy Driver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the messy driver (examples/messy_driver.py)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seams (transitions between concerns)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at least the transport layer and parsing logic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the driver should be testable without a real serial port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FakeSerial class unchanged, it simulates the port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30 minutes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2 Debrief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separating transport from protocol makes everything testable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Transport class can accept any serial-like object (real or fake)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parsing functions can be tested with simple string inputs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separation is the foundation for the Adapter pattern, up next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Code Married to Hardware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serial.Serial('/dev/ttyUSB0', 9600) appears in 47 places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instrument? Rewrite everything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without hardware? Impossible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serial timeout crashes the entire GUI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code can only run when the hardware is plugged in, your code owns you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Adapter Pattern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interface (the port): connect(), read_value(), send_command(), disconnect()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it twice: RealInstrumentAdapter and SimulatedInstrumentAdapter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your code talks only to the interface, never to serial.Serial directly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most important pattern in the course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Adapter Interface — ABC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abstractmethod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"""The contract. Any instrument must implement these."""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@abstractmethod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@abstractmethod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disconnect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@abstractmethod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'Reading'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@abstractmethod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send_command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@property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@abstractmethod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is_connected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methods. That's the entire contract. Any class implementing these can be used as an instrument.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Simulated vs Real Adapter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SimulatedInstrumentAdapter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36792" y="868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RealInstrumentAdapter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94960" cy="4572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6" name="Shape 4"/>
          <p:cNvSpPr/>
          <p:nvPr/>
        </p:nvSpPr>
        <p:spPr>
          <a:xfrm>
            <a:off x="6336792" y="1280160"/>
            <a:ext cx="5394960" cy="4572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7" name="Shape 5"/>
          <p:cNvSpPr/>
          <p:nvPr/>
        </p:nvSpPr>
        <p:spPr>
          <a:xfrm>
            <a:off x="6094476" y="914400"/>
            <a:ext cx="0" cy="5120640"/>
          </a:xfrm>
          <a:prstGeom prst="line">
            <a:avLst/>
          </a:prstGeom>
          <a:noFill/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SimulatedInstrumentAdapter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InstrumentAdapter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_connected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read_value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Sine wave + noise, no hardware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gauss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"degC"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disconnect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_connected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73952" y="13716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RealInstrumentAdapter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InstrumentAdapter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_serial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_port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_baud_rate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read_value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_serial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f"READ:{channel}\n"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_serial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_parse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disconnect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_serial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interface, completely different internals. The calling code cannot tell the difference.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Swapping at Startup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"""Factory: config chooses the adapter, app doesn't care."""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device_type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'device'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'type'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device_type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'simulated'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SimulatedInstrumentAdapter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device_type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'serial'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RealInstrumentAdapter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'device'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'port'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baud_rate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'device'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'baud_rate'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f"Unknown device type: {device_type}"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main.py — ONE line decides real vs simulated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Everything below this line is identical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regardless of which adapter was created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"temperature"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3 — Build the Adapter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InstrumentAdapter ABC in labmonitor/core/adapter_interface.py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SimulatedInstrumentAdapter in labmonitor/drivers/simulated.py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test script that creates the adapter, connects, reads 10 values, disconnects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isinstance(adapter, InstrumentAdapter) is True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Extension: try toggling error modes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30 minutes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3 Debrief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same script, two different adapters, identical calling code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insight: the calling code does not know or care which adapter is behind it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controller does not care."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phrase is the architectural mantra of the entire course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Problem — Measurement Modes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instrument supports: single reading, continuous, burst, averaging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Strategy pattern: massive if/elif chain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mode means editing the core logic, risky and ugly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you see a big if/elif for different modes, you're looking at a Strategy opportunity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Strategy Pattern — Bad vs Good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if/elif sprawl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36792" y="868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objects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94960" cy="4572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6" name="Shape 4"/>
          <p:cNvSpPr/>
          <p:nvPr/>
        </p:nvSpPr>
        <p:spPr>
          <a:xfrm>
            <a:off x="6336792" y="1280160"/>
            <a:ext cx="5394960" cy="4572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7" name="Shape 5"/>
          <p:cNvSpPr/>
          <p:nvPr/>
        </p:nvSpPr>
        <p:spPr>
          <a:xfrm>
            <a:off x="6094476" y="914400"/>
            <a:ext cx="0" cy="5120640"/>
          </a:xfrm>
          <a:prstGeom prst="line">
            <a:avLst/>
          </a:prstGeom>
          <a:noFill/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'single'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read_value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'temp'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'continuous'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n_readings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read_value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'temp'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'averaging'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read_value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'temp'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n_samples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'degC'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'temp'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Adding a new mode? Edit here.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Hope nothing breaks.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73952" y="13716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MeasurementStrategy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@abstractmethod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SingleRead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MeasurementStrategy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read_value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'temp'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MeasurementStrategy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read_value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'temp'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'degC'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'temp'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Adding a new mode? New class. Done.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Combining Adapter + Strategy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controller picks a strategy and an adapter.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Neither knows the other's internals.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could be real or simulated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create_strategy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could be single, continuous, averaging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strategy uses 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disconnect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New device? New adapter class. Strategy unchanged.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New mode?   New strategy class. Adapter unchanged.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 strategies x N adapters, all interchangeable.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4 — Implement Strategies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strategy implementations in labmonitor/core/strategies.py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script that creates all three strategies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each strategy on the same SimulatedInstrumentAdapter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that strategies are interchangeable: write a run_strategy() function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Extension: create a BurstReadStrategy or FilteredStrategy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20 minutes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Day 1 Recap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with a messy script, identified why it breaks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OOP: objects, state, responsibility, composition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seams in a messy driver and refactored toward clarity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Adapter to abstract hardware (real vs simulated)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Strategies to abstract measurement behaviour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wrap all of this in a real PySide6 desktop application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Day 1 - From Script to Architecture</dc:subject>
  <dc:creator>National Labs Training</dc:creator>
  <cp:lastModifiedBy>National Labs Training</cp:lastModifiedBy>
  <cp:revision>1</cp:revision>
  <dcterms:created xsi:type="dcterms:W3CDTF">2026-03-24T15:19:36Z</dcterms:created>
  <dcterms:modified xsi:type="dcterms:W3CDTF">2026-03-24T15:19:36Z</dcterms:modified>
</cp:coreProperties>
</file>