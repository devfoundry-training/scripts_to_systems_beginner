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Scripts to Systems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2, Application Programming: SOLID, MVC and Threads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real desktop application with PySide6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Day 2 Welcome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Yesterday: script to objects to Adapter pattern to Strategy pattern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 SOLID principles, MVC, error handling, QThread workers, mini-app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end of today: a working PySide6 desktop application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SOLID in Instrument Code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Principles that prevent real problems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Hardcoding Is a SOLID Violation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serial.Serial('/dev/ttyUSB0', 9600) — the class knows about deployment (SRP violation)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format == 'csv': ... elif ... — adding a format means editing code (OCP violation)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gui_label.setText(reading) inside the driver — low-level depends on high-level (DIP violation)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theory — they are real problems in real instrument code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SOLID Violations in Code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InstrumentDriver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SRP VIOLATION: knows about deployment details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'/dev/ttyUSB0'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9600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gui_label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QLabel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and about the GUI!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read_and_save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','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OCP VIOLATION: adding JSON means editing here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'csv'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f"{value}\n"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'json'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"value"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DIP VIOLATION: driver depends on Qt widget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gui_label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setText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f"{value:.2f}"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violations, one class. Each makes the code harder to change, test, and reuse.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SOLID in Practice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Single Responsibility: sensor reads, recorder writes, UI displays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— Open/Closed: add new formats or devices by adding classes, not editing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— Liskov Substitution: any adapter implementing the interface works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Interface Segregation: don't force a simple sensor to implement 20 methods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Dependency Inversion: depend on InstrumentAdapter, not serial.Serial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Coupling Hardware to GUI Breaks Everything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Tightly coupled: button click calls serial.read(), blocks UI, frozen app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impossible without hardware plugged in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Reuse: impossible in a different UI or command-line tool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handling: one serial timeout crashes the entire application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button click handler calls serial.read(), you're one cable pull from freezing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Coupled vs Decoupled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Coupled: GUI calls hardware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36792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Decoupled: layers separated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6" name="Shape 4"/>
          <p:cNvSpPr/>
          <p:nvPr/>
        </p:nvSpPr>
        <p:spPr>
          <a:xfrm>
            <a:off x="6336792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7" name="Shape 5"/>
          <p:cNvSpPr/>
          <p:nvPr/>
        </p:nvSpPr>
        <p:spPr>
          <a:xfrm>
            <a:off x="6094476" y="914400"/>
            <a:ext cx="0" cy="5120640"/>
          </a:xfrm>
          <a:prstGeom prst="line">
            <a:avLst/>
          </a:prstGeom>
          <a:noFill/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MainWindow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QMainWindow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on_read_clicked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GUI thread blocked until read completes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'/dev/ttyUSB0'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'READ:TEMP\n'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BLOCKS!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','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setText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f"{value:.2f}"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Can't test without hardware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GUI freezes during read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Serial error crashes everything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73952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MainWindow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QMainWindow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on_read_clicked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'temp'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Adapter is injected (real or simulated)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View only displays, never reads hardware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Controller orchestrates, owns nothing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"The Controller Does Not Care"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orchestrates — it does not know about: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serial ports (that's the adapter's job)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CSV files (that's the data sink's job)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Qt widgets (that's the view's job)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retry logic (that's the error handler's job)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mantra of the course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MVC for Instrument Applications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View, Controller — separation that scales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MVC — What It Means Here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the data and state (current reading, connection status, recording state)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View: the PySide6 GUI (labels, buttons, plots)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Controller: the orchestrator (connects model to view, handles user actions)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 in instrument apps is looser than textbook MVC — the goal is separation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Model, View, Controller — Code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 — pure Python, no Qt dependency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InstrumentModel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current_reading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Optional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is_connected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is_recording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If this class imports PySide6, something is wrong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VIEW — PySide6 widgets, displays only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MainWindow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QMainWindow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display_reading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reading_label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setText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set_status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statusBar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showMessage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Does NOT call serial.read() or write files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CONTROLLER — wiring, the thinnest layer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Connects button clicks to model actions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knows nothing about Qt. View knows nothing about hardware. Controller connects them.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PySide6 Crash Course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QApplication, QMainWindow, QWidget — the application shell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Layouts: QVBoxLayout, QHBoxLayout, QGridLayout — arrange widgets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Widgets: QLabel, QPushButton, QComboBox, QStatusBar — display and input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Signal/slot: button.clicked.connect(self.on_connect) — event wiring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PySide6 Minimal Window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PySide6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QtWidgets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QApplication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QMainWindow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QLabel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QPushButton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QVBoxLayout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QWidget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MinimalWindow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QMainWindow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setWindowTitle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"My First PySide6 App"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widgets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QLabel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 reading yet"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QPushButton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"Read"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Layout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QVBoxLayout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addWidget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addWidget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QWidget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setLayout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setCentralWidget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Connect signal to slot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setText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"23.50 °C"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QApplication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argv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MinimalWindow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Error Handling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application alive when hardware fails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Error Handling in Instrument Code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Instruments fail — cables unplug, serial buffers corrupt, timeouts happen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not whether errors occur, but where and how you handle them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with default: try to read, return None after timeout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 backoff: try N times, wait between attempts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propagation: adapter raises, controller catches, view shows status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Error Handling Patterns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1: Timeout with default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read_with_timeout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_serial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_serial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_parse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SerialTimeoutException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caller decides what to do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2: Retry with backoff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read_with_retry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InstrumentError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attempt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0.5s, 1s, 2s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InstrumentError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f"Failed after {retries} retries"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3: Error propagation (adapter catches, controller receives state)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the adapter: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SerialException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_connected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InstrumentError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f"Connection lost: {e}"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Safe Error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LAYER 1: Adapter catches hardware exceptions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RealInstrumentAdapter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channel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_serial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readline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_parse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SerialException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_connected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InstrumentError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translated exception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LAYER 2: Controller receives application-level errors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display_reading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clear_error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on_error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show_error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view shows status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App stays alive. No crash. No traceback.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controller never sees SerialException.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view never sees InstrumentError.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Each layer handles its own concern.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translates exceptions into its own vocabulary. No layer leaks implementation details.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QThread + Worker: Background Acquisition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GUI alive while reading hardware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You Need a Worker Thread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GUI that calls serial.read() in the button handler — GUI freezes!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 runs on the main thread (the Qt event loop)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the main thread means a frozen application and angry users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run acquisition on a separate worker thread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Blocking vs Threaded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Blocking: GUI freezes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36792" y="868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6B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Threaded: GUI stays alive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6" name="Shape 4"/>
          <p:cNvSpPr/>
          <p:nvPr/>
        </p:nvSpPr>
        <p:spPr>
          <a:xfrm>
            <a:off x="6336792" y="1280160"/>
            <a:ext cx="5394960" cy="4572000"/>
          </a:xfrm>
          <a:prstGeom prst="rect">
            <a:avLst>
              <a:gd name="adj" fmla="val 2000"/>
            </a:avLst>
          </a:prstGeom>
          <a:solidFill>
            <a:srgbClr val="0D1117"/>
          </a:solidFill>
          <a:ln/>
        </p:spPr>
      </p:sp>
      <p:sp>
        <p:nvSpPr>
          <p:cNvPr id="7" name="Shape 5"/>
          <p:cNvSpPr/>
          <p:nvPr/>
        </p:nvSpPr>
        <p:spPr>
          <a:xfrm>
            <a:off x="6094476" y="914400"/>
            <a:ext cx="0" cy="5120640"/>
          </a:xfrm>
          <a:prstGeom prst="line">
            <a:avLst/>
          </a:prstGeom>
          <a:noFill/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MainWindow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QMainWindow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on_start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Runs on main thread!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read_value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'temp'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setText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GUI cannot repaint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Buttons don't respond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 shows "Not Responding"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User has to kill the process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73952" y="1371600"/>
            <a:ext cx="51206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MainWindow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QMainWindow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on_start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AcquisitionWorker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QThread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moveToThread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Signals cross thread boundary safely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reading_ready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on_reading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runs on main thread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started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GUI stays responsive!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Worker Class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PySide6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QtCore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QObject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AcquisitionWorker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QObject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"""Runs on a background thread. Communicates via signals only."""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reading_ready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emits 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error_occurred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emits error message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emits when done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__init__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_running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"""Main acquisition loop. Runs on worker thread."""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_running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_running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read_value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'temperature'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reading_ready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main 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error_occurred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-&gt; main 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sleep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_running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update GUI widgets from this class. Emit a signal, let the main thread handle display.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Starting and Stopping Cleanly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4846320"/>
          </a:xfrm>
          <a:prstGeom prst="rect">
            <a:avLst>
              <a:gd name="adj" fmla="val 1887"/>
            </a:avLst>
          </a:prstGeom>
          <a:solidFill>
            <a:srgbClr val="0D111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1088136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start_acquisition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AcquisitionWorker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adapter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moveToThread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Wire signals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reading_ready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_on_reading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error_occurred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_on_error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finished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stop_acquisition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_running = False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ask thread to exit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wait up to 5 seconds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CRITICAL: always stop threads on window close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cleanup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isRunning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stop_acquisition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prevent hang on exit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Signal/Slot Communication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are thread-safe in Qt — they cross thread boundaries safely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worker.reading_ready.emit(reading): controller runs on_reading on main thread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data flows from worker to GUI without race conditions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NEVER update GUI widgets from the worker thread directly — always use signals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5 — Worker Thread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AcquisitionWorker that reads from SimulatedInstrumentAdapter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it to a simple PySide6 GUI with Start/Stop buttons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readings in a QLabel via signals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errors: show error in status bar, app stays alive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Critical: use QObject + moveToThread, not QThread subclass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35 minutes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5 Debrief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working app with start/stop and live readings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test: what happens if the adapter throws an error?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error signal fires, GUI shows error, app stays alive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 never freezes because acquisition is on a separate thread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Mini-App Build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all together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Mini-App — Putting It All Together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complete instrument-control application with: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PySide6 GUI with MVC structure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SimulatedInstrumentAdapter (or real if you have hardware)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Worker thread for background acquisition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Start/stop controls and live reading display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Connection status indicator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Error handling throughout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 6 — Build the Mini-App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(10 min): review the labmonitor/ project structure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(15 min): understand the GUI, read ui/main_window.py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(15 min): understand the Controller, trace the flow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(15 min): run the application with python main.py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(15 min): modify something (display format, colour, title)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(extension): swap backend via config file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70 minutes total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E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Day 2 Recap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4241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SOLID violations in real instrument code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Separated Model, View, and Controller concerns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error handling that keeps the application alive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worker thread for background acquisition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signals/slots across thread boundaries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working PySide6 mini-app with live readings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Tomorrow: data architecture, file I/O, real-time plotting, performance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Day 2 - Application Programming: SOLID, MVC and Threads</dc:subject>
  <dc:creator>National Labs Training</dc:creator>
  <cp:lastModifiedBy>National Labs Training</cp:lastModifiedBy>
  <cp:revision>1</cp:revision>
  <dcterms:created xsi:type="dcterms:W3CDTF">2026-03-24T15:19:36Z</dcterms:created>
  <dcterms:modified xsi:type="dcterms:W3CDTF">2026-03-24T15:19:36Z</dcterms:modified>
</cp:coreProperties>
</file>