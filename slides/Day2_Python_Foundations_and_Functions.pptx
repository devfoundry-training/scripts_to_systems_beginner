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From Scripts to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69CD6"/>
                </a:solidFill>
                <a:latin typeface="Calibri"/>
              </a:rPr>
              <a:t>Day 2 — Python Foundations &amp;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Day 1 Recap: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Scripts break when requirements change — structural problems need structural solutions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Objects combine state + behaviour + identity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Single Responsibility Principle: one class, one reason to change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Composition over inheritance: 'has a' beats 'is a' for flexibility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Seams: the natural boundaries where you can split monolithic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Lab 1: refactored messy_script.py into separate classes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Lab 2: identified seams in the messy driver and refactored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int, float, bool, str — the atoms of your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Python's Core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four fundamental types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temperature = 22.5          # float — decimal numbers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channel_id  = 3             # int   — whole numbers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is_active   = True          # bool  — True or False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sensor_name = "TEMP_CH1"    # str   — text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Check the type of any value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print(type(temperature))    # &lt;class 'float'&gt;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print(type(channel_id))     # &lt;class 'int'&gt;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Booleans are secretly integers!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print(True + True)          # 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print(False * 10)           #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Type Conversion &amp; String Formatting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Type conversion (casting)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reading_str = "22.5"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reading_float = float(reading_str)      # str -&gt; float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reading_int = int(reading_float)        # float -&gt; int (truncates! 22.5 -&gt; 22)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reading_back = str(reading_float)       # float -&gt; str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Three ways to format strings (old to new)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 = 22.567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name = "TEMP_CH1"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1. Concatenation (avoid this)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msg = "Sensor " + name + " reads " + str(temp)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2. .format() method (older but works)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msg = "Sensor {} reads {:.1f}C".format(name, temp)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3. f-strings (use this! Python 3.6+)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msg = f"Sensor {name} reads {temp:.1f}C"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print(msg)  # Sensor TEMP_CH1 reads 22.6C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Sensor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variables: temperature (22.5), channel ('TEMP_CH1'),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sample count (100), is_connected (True)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Print the type of each variable using type()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Format a status message using an f-string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Convert temperature to int — why isn't it 23?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Convert sample_count to float, then str. Verify with isinstance()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Try float('hello') — what exception? Try float('  22.5  ')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Use sys.getsizeof() to compare sizes of int, float, str, bool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Print 0.1 + 0.2 == 0.3 — explore float precision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9. Check sys.maxsize — can Python ints exceed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Type Sizes &amp; Float Precision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sys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Type sizes in bytes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print(sys.getsizeof(0))           # 28 bytes (int)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print(sys.getsizeof(10**100))     # 72 bytes (big int — auto-expands!)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print(sys.getsizeof(22.5))        # 24 bytes (float — always 64-bit)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print(sys.getsizeof("TEMP_CH1"))  # 57 bytes (str)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print(sys.getsizeof(True))        # 28 bytes (bool IS an int!)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Float precision trap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print(0.1 + 0.2)                  # 0.30000000000000004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print(0.1 + 0.2 == 0.3)          # False!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print(round(0.1 + 0.2, 1) == 0.3) # True — round fixes 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Python ints have no max size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print(sys.maxsize)                 # platform max for C-level int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x = 10 ** 1000                     # still works! Python auto-expands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print(type(x))                     # &lt;class 'int'&gt;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Truncation vs rounding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print(int(22.9))                   # 22 — truncates toward zero!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print(round(22.9))                 # 23 — proper rounding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Lists, Tuples, Sets, Dicts — storing and organising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Four Core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List  [ ]    — ordered, mutable, allows duplicates     → sensor readings over 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Tuple ( )    — ordered, immutable, allows duplicates   → a fixed (x, y) coordinate pair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Set   { }    — unordered, mutable, NO duplicates       → unique channel names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Dict  {k:v}  — key-value pairs, ordered (3.7+)        → channel_name: latest_reading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Mutable = you can change it after creation  (list, set, dict)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Immutable = fixed once created  (tuple, str, int, float)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Rule of thumb: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Need order + changes?  →  list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Need a fixed record?   →  tuple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Need uniqueness?       →  set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Need lookup by name?   →  dict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Collections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List — ordered collection of readings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22.3, 22.0, 22.5, 22.3]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readings.append(22.7)           # add to end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last = readings[-1]             # 22.7 (negative indexing)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subset = readings[1:4]          # [22.3, 22.0, 22.5] (slicing)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Tuple — immutable record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measurement = (22.5, "celsius", "2024-01-15 10:30:00")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value, unit, timestamp = measurement   # unpacking!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Set — unique values only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channels = {"TEMP_1", "VOLT_1", "TEMP_1", "TEMP_2"}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print(channels)                 # {'TEMP_1', 'VOLT_1', 'TEMP_2'} — no duplicate!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Dict — key-value lookup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latest = {"TEMP_1": 22.5, "VOLT_1": 3.31, "TEMP_2": 23.1}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print(latest["TEMP_1"])         # 22.5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latest["TEMP_3"] = 21.8        # add new entry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name, value in latest.items():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print(f"{name}: {value}")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Working with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Create a list of 10 temperature readings (include duplicates)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Use a set to find unique readings — how many duplicates?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Create a dict: {'TEMP_1': 22.5, 'TEMP_2': 23.1, 'VOLT_1': 3.31}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Loop through the dict and print each channel and value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Use .get() with a default: channels.get('TEMP_99', 'N/A')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Merge two dicts with |: merged = channels | new_readings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Create an immutable config tuple. Try to change it — what happens?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Set b = a (list). Append to b. Print a — what happened? Why?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9. Try copy.copy() with nested lists — is it truly independent?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10. Fix with copy.deepcopy(). When does this matter?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Shallow vs Deep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copy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aliasing problem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 = [1, 2, 3]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 = a               # b is just another name for the SAME list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b.append(4)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print(a)             # [1, 2, 3, 4] — a changed too!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Fix with copy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 = a.copy()         # or a[:] or list(a)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b.append(5)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print(a)             # [1, 2, 3, 4] — a is safe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But shallow copy fails with nested lists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 = [[1, 2], [3, 4]]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 = copy.copy(a)     # shallow — copies outer list, not inner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b[0].append(99)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print(a)             # [[1, 2, 99], [3, 4]] — inner list shared!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Deep copy fixes everything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 = [[1, 2], [3, 4]]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 = copy.deepcopy(a) # copies everything, recursively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b[0].append(99)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print(a)             # [[1, 2], [3, 4]] — truly independent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Loops, iteration, and flow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For Loops &amp; enumerate()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Basic for loop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22.3, 22.0, 22.5, 22.3]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reading in readings: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print(f"Temperature: {reading}C")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enumerate() — get index AND value (very Pythonic!)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i, reading in enumerate(readings):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print(f"Sample {i}: {reading}C")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Iterating a dict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latest = {"TEMP_1": 22.5, "VOLT_1": 3.31}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channel, value in latest.items():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print(f"{channel} = {value}")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range() — generate number sequences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i in range(5):            # 0, 1, 2, 3, 4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print(f"Reading {i}")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i in range(10, 0, -2):    # 10, 8, 6, 4, 2 (countdown!)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While Loops, Break &amp;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While loop — repeat until condition is False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attempts = 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max_attempts = 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connected = False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while not connected and attempts &lt; max_attempts: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print(f"Connection attempt {attempts + 1}...")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    # connected = try_connect()  # imagine this calls hardware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attempts += 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break — exit the loop early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22.3, 55.0, 22.0, 22.5]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reading in readings: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if reading &gt; 50: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print(f"ALARM! {reading}C exceeds threshold!")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break                    # stop checking immediately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print(f"OK: {reading}C")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continue — skip this iteration, go to next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reading in readings: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if reading &lt; 0: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continue                 # skip negative readings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print(f"Processing: {reading}")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Processing Sensor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Given: readings = [22.1, 23.5, -1.0, 48.2, 55.0, 22.0, 21.5, 22.8]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Loop with enumerate(). Print 'Sample {i}: {value}C'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Add a break: if reading &gt; 50, print ALARM and stop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Add a continue: skip negative readings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Count how many readings were 'normal' (0-50 range)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Categorise readings: cold (&lt;10), normal (10-40),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warning (40-50), alarm (&gt;50). Print summary counts.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While loop: simulate retrying connection, succeed on 3rd try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Use zip() to loop through temps and volts together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Use for/else: print 'ALARM' if &gt;50 found, else 'All clear'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9. Use itertools.islice() — when is this better than slicing?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zip, itertools &amp; for/else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zip — iterate multiple sequences together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temps = [22.1, 23.5, 21.8]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volts = [3.31, 3.28, 3.35]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i, (t, v) in enumerate(zip(temps, volts)):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print(f"Channel {i}: {t}C, {v}V")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for/else — else runs only if loop completes without break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23.5, 21.8, 24.0]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for r in readings: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if r &gt; 50: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print(f"ALARM: {r}C!")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break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else: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print("All clear — no alarms")  # this runs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itertools.islice — lazy slicing for large/infinite sequences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from itertools import islice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big_data = range(1_000_000)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first_five = list(islice(big_data, 5))  # [0, 1, 2, 3, 4]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Unlike big_data[:5], islice works with generators too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Comprehensions: Concise Collection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List comprehension — build a list in one line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-1.0, 23.5, 999.9, 21.8, 22.0]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Filter: keep only valid readings (0-100)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valid = [r for r in readings if 0 &lt;= r &lt;= 100]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[22.1, 23.5, 21.8, 22.0]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Transform: convert Celsius to Fahrenheit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fahrenheit = [r * 9/5 + 32 for r in valid]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Dict comprehension — map index to value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indexed = {i: r for i, r in enumerate(readings)}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{0: 22.1, 1: -1.0, 2: 23.5, ...}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Set comprehension — unique rounded values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unique_rounded = {round(r, 0) for r in valid}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AVOID: overly clever one-liners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Bad:  result = [x*9/5+32 for x in [r for r in data if 0&lt;=r&lt;=100] if x&gt;20]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Good: valid = [r for r in data if 0 &lt;= r &lt;= 100]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       warm = [r * 9/5 + 32 for r in valid if r &gt; 20]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Comprehensions: Readable vs Cryptic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Too clever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What does this even do?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 = [x*9/5+32 for x in [r for 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in data if 0&lt;=r&lt;=100]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if x&gt;20 and x&lt;30]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Nested comprehension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 = [[r*c for c in coefs]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for r in readings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if r is not None]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Hard to debug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Hard to maintain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Clever != good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Clear and readable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Step by step — easy to follow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valid = [r for r in data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if 0 &lt;= r &lt;= 100]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warm = [r for r in valid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if 20 &lt; r &lt; 30]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fahrenheit = [r * 9/5 + 32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for r in warm]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Easy to debug each step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Easy to maintain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Readable == professional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Sensor Data Comprehensions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Given: readings = [22.1, -1.0, 23.5, 999.9, 21.8, -5.0, 24.2]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List comprehension to filter out negative values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List comprehension to flag readings &gt; 100 as 'ERROR'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Dict comprehension: {index: reading} for valid readings (0-100)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Set comprehension: unique whole-number values using round()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Calculate the average of valid readings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Compare sys.getsizeof() of list comp vs generator expression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Use any() and all() with generator expressions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Walrus operator := — filter AND capture in one 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Reusable, testable building blocks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Defining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parse_reading(raw: str)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"""Extract numeric value from a raw instrument response.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Args: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raw: String like 'TEMP:22.5C' from instrument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The numeric reading as a float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    # Remove prefix (everything before ':') and suffix (last char)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parts = raw.split(":")      # ['TEMP', '22.5C']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number_str = parts[1][:-1]  # '22.5' (remove the 'C')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float(number_str)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Using the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result = parse_reading("TEMP:22.5C")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print(result)       # 22.5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print(type(result)) # &lt;class 'float'&gt;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Default Arguments &amp; Multiple Returns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Default arguments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is_valid(value: float, min_val: float = 0.0,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max_val: float = 100.0) -&gt; bool: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"""Check if a reading is within acceptable range."""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min_val &lt;= value &lt;= max_val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All of these work: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print(is_valid(22.5))               # True  (uses defaults 0-100)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print(is_valid(22.5, 20.0, 25.0))   # True  (custom range)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print(is_valid(22.5, max_val=25.0)) # True  (named argument)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Multiple return values (actually returns a tuple)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analyse_readings(readings: list[float]) -&gt; tuple: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"""Return min, max, and average of readings."""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min(readings), max(readings), sum(readings) / len(readings)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low, high, avg = analyse_readings([22.1, 23.5, 21.8])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print(f"Range: {low}-{high}, Average: {avg:.1f}")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Instrument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Write parse_reading('TEMP:22.5C') -&gt; 22.5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Write is_valid(value, min_val=0.0, max_val=100.0) -&gt; bool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summarise(readings) -&gt; (count, min, max, average)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Unpack the result: count, lo, hi, avg = summarise(data)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Handle the empty list edge case gracefully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Mutable default trap: def f(lst=[]) — why is it dangerous?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Prove pass-by-object-reference: mutate a list in a function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Rebinding vs mutation: use id() to see the difference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Pass-by-Object-Reference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Python is "pass by object reference"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Mutable objects CAN be changed inside functions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modify(data):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data.append(99)     # mutates the original list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my_list = [1, 2, 3]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modify(my_list)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print(my_list)           # [1, 2, 3, 99] — changed!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But REBINDING creates a new local variable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rebind(data):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data = [99]          # new local variable, original unchanged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my_list = [1, 2, 3]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rebind(my_list)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print(my_list)           # [1, 2, 3] — unchanged!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Key insight: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assignment (=) creates a NEW local binding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mutation (.append, [0]=x) modifies the EXISTING object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Mutable Default Argument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Mutable default argument trap — Python's most famous gotcha!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broken(items=[]):    # DEFAULT IS SHARED ACROSS CALLS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items.append(1)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items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print(broken())          # [1]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print(broken())          # [1, 1] — same list!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print(broken())          # [1, 1, 1] — keeps growing!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Why? Default arguments are evaluated ONCE at definition time.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Every call shares the SAME list object.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Fix: use None as default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fixed(items=None):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items = items if items is not None else []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items.append(1)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items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print(fixed())           # [1]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print(fixed())           # [1] — fresh list each time!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*args and **kwargs: Flexible Arguments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*args — accept any number of positional arguments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log_readings(*readings):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"""Print all readings, however many there are."""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for i, r in enumerate(readings):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  Reading {i}: {r}")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log_readings(22.1, 23.5, 21.8)       # 3 readings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log_readings(22.1)                     # 1 reading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log_readings()                         # 0 readings — all fine!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**kwargs — accept any number of named arguments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configure_sensor(**settings):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"""Apply settings to a sensor."""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for key, value in settings.items():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  Setting {key} = {value}")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configure_sensor(baud_rate=9600, timeout=2.0, channel="TEMP")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Unpacking: pass a list/dict as arguments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values = [22.1, 23.5, 21.8]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log_readings(*values)          # same as log_readings(22.1, 23.5, 21.8)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config = {"baud_rate": 9600, "timeout": 2.0}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configure_sensor(**config)     # same as configure_sensor(baud_rate=9600, timeout=2.0)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Practical Patterns: Unpacking &amp; Star Expressions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Tuple unpacking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measurement = ("TEMP_1", 22.5, "celsius")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channel, value, unit = measurement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Star unpacking — capture the rest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22.3, 22.0, 22.5, 22.7, 22.2]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first, *middle, last = readings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first = 22.1, middle = [22.3, 22.0, 22.5, 22.7], last = 22.2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Swap two variables without a temp variable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a, b = 10, 20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a, b = b, a   # a=20, b=10 — Pythonic!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Multiple assignment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x = y = z = 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Combining *args with regular params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record_batch(sensor_name: str, *readings: float):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"""Record a batch of readings for a named sensor."""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print(f"{sensor_name}: {len(readings)} readings")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  Average: {sum(readings) / len(readings):.2f}")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record_batch("TEMP_1", 22.1, 22.3, 22.0, 22.5)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Flexible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Write log_readings(*readings) — print each with index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Pass a list using unpacking: log_readings(*data)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configure_sensor(**settings) — print 'key = value'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Pass a dict using unpacking: configure_sensor(**config)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Write record_batch(sensor_name, *readings)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Write dispatch(command, *args, **kwargs) — route to handlers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Explore argument order: pos, /, normal, *args, kw_only, **kwargs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Scope: Local vs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Local scope — variable exists only inside the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calculate():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result = 42       # local variable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print(result)     # 42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calculate()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print(result)      # NameError! result doesn't exist here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Global scope — variable exists at module level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total_readings = 0    # global variable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add_reading(value):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global total_readings    # explicitly access the global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total_readings += value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add_reading(22.5)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print(total_readings)  # 22.5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NOTE: 'global' is only needed to MODIFY a global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You can READ globals without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Scope: Closures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Nested scope (closure)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make_converter(factor: float):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"""Return a function that multiplies by factor."""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convert(value: float) -&gt; float: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value * factor    # 'factor' comes from enclosing scope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convert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to_fahrenheit = make_converter(1.8)   # factor is "remembered"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print(to_fahrenheit(22.5))            # 40.5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to_millivolts = make_converter(1000)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print(to_millivolts(3.31))            # 3310.0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make_converter() has finished executing, but convert()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still has access to 'factor'. This is a CLOSURE.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Why closures matter: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- State without globals — the state is captured inside the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- Foundation for decorators (next section!)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- Factory pattern: create specialised functions on demand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Scope: The Dangerous 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Global state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DON'T DO THIS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connected = False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port = None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connect():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global connected, port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port = open_serial()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connected = True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read():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global readings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readings.append(port.read())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Any function can break any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other function's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Encapsulated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DO THIS INSTEAD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SensorConnection: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__init__(self, port_name):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self._port = None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self._connected = False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self._readings = []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connect(self):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self._port = open_serial()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self._connected = True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def read(self):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self._readings.append(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self._port.read())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State is contained, predictable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Scope &amp; Closures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Predict: x=10; def change(): x=20; print(x)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   change(); print(x) — what prints?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Add 'global x' inside change(). What changes?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make_converter(factor) — returns converter function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Write make_threshold_checker(limit) — returns checker function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Late-binding bug: [lambda: i for i in range(3)] — fix it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Use nonlocal to build a counter closure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Demonstrate all four LEGB scope levels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Late Binding &amp; nonlocal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Late-binding closure bug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funcs = [lambda: i for i in range(3)]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print([f() for f in funcs])   # [2, 2, 2] — NOT [0, 1, 2]!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Why: lambda captures the VARIABLE i, not its VALUE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By the time we call the lambdas, i == 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Fix: capture the value with a default argument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funcs = [lambda i=i: i for i in range(3)]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print([f() for f in funcs])   # [0, 1, 2] — correct!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nonlocal — modify enclosing scope variable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make_counter():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count = 0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increment():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nonlocal count     # without this: UnboundLocalError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count += 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count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increment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counter = make_counter()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print(counter())   # 1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print(counter())   # 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print(counter())   #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Reference: LEGB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Python searches for variables in this order: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L — Local (inside current function)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E — Enclosing (inside enclosing function — closures)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G — Global (module level)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B — Built-in (len, print, type, etc.)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 READ a variable: Python searches L → E → G → B automatically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 MODIFY a variable: you need global or nonlocal keywords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Draw it as nested boxes — each scope is contained within the next.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Lambda Functions &amp; Higher-Order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Lambda — anonymous one-line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square = lambda x: x ** 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print(square(5))    # 25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Equivalent to: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square(x):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x ** 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map() — apply a function to every element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readings_c = [22.1, 23.5, 21.8]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readings_f = list(map(lambda c: c * 9/5 + 32, readings_c))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[71.78, 74.3, 71.24]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filter() — keep elements where function returns True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[22.1, -1.0, 23.5, 999.9, 21.8]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valid = list(filter(lambda r: 0 &lt;= r &lt;= 100, readings))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[22.1, 23.5, 21.8]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sorted() with key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channels = [("TEMP_2", 23.1), ("TEMP_1", 22.5), ("VOLT_1", 3.3)]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by_value = sorted(channels, key=lambda ch: ch[1])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[("VOLT_1", 3.3), ("TEMP_1", 22.5), ("TEMP_2", 23.1)]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Lambda: When to Use, When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Unreadable lambdas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What does this even do?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f = lambda x: (lambda y: x+y)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Complex logic crammed 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proc = lambda r: float(r.split(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':')[1][:-1]) if ':' in 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else 0.0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Named lambda defeats the purpose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calculate_average = lambda *a: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sum(a) / len(a)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If you need a name,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use def instead!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Clean and appropriate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Sort key — perfect lambda use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sorted(data, key=lambda x: x[1])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Simple transform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list(map(lambda c: c * 1.8 + 32,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temps))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Or better yet, comprehension: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[c * 1.8 + 32 for c in temps]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Named function for complex logic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parse_reading(raw: str):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parts = raw.split(":")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 float(parts[1][:-1])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Lambda &amp; Higher-Order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Given: temps_c = [22.1, 23.5, 21.8, 24.0, 19.5, 25.2]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Use map() + lambda to convert all to Fahrenheit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Use filter() + lambda to keep readings 20-25C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Rewrite both using comprehensions — which is cleaner?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Sort [("TEMP",22.5),("VOLT",3.3)] by second element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Use functools.reduce to find product of [2, 3, 4, 5]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Use functools.partial for a pre-configured converter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Write compose(f, g) returning h(x) = f(g(x))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Decorators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Functions that enhance other functions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Decorators: Adding Behaviour Without Changing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time, functools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timer(func):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"""Measure how long a function takes to execute."""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@functools.wraps(func)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wrapper(*args, **kwargs):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start = time.time()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result = func(*args, 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elapsed = time.time() - start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print(f"{func.__name__} took {elapsed:.4f}s")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wrapper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@timer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read_sensor_batch(count: int) -&gt; list: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E9178"/>
                </a:solidFill>
                <a:latin typeface="Consolas"/>
              </a:rPr>
              <a:t>    """Simulate reading 'count' sensor values."""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import random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[random.uniform(20, 25) for _ in range(count)]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readings = read_sensor_batch(1000)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Prints: "read_sensor_batch took 0.0012s"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@timer is syntactic sugar for: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read_sensor_batch = timer(read_sensor_batch)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Write Your Own Decorator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Write a decorator that prints 'Before' and 'After'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Apply to a simple function: @my_decorator def say_hello()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Write @log_call with functools.wraps, *args, **kwargs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Apply to parse_reading — check the output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Apply to is_valid with different argument styles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Write @repeat(n) — parameterised decorator (3 nesting levels)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Stack @log_call + @timer — explain execution order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Write @validate_range(min, max) checking return values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Parameterised Decorators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import functools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Parameterised decorator — THREE levels of nesting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repeat(n):                          # 1. Takes the parameter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decorator(func):                # 2. Takes the 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@functools.wraps(func)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def wrapper(*args, **kwargs):   # 3. Takes the arguments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    for _ in range(n):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    result = func(*args, **kwargs)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    return result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wrapper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decorator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@repeat(3)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greet(name):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print(f"Hello {name}!")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greet("Alice")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Hello Alice!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Hello Alice!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Hello Alice!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Stacking Decorators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Stacking decorators — bottom-up application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@log_call          # applied SECOND (outer)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@timer             # applied FIRST (inner)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def slow_function():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import time; time.sleep(0.1)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return 42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Equivalent to: slow_function = log_call(timer(slow_function))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log_call wraps the timed version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Execution order: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1. log_call's wrapper runs first (prints "Calling...")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2. It calls timer's wrapper (which measures time)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3. timer's wrapper calls the ORIGINAL slow_function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4. timer prints elapsed time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5. log_call prints return value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Think of it like nested boxes: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log_call( timer( slow_function() ) 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Calibri"/>
              </a:rPr>
              <a:t>Anticipating and gracefully handling failures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try / except: Catching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Basic try-except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float("not_a_number")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print("Could not parse reading!")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Multiple exception types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readings[10]          # might be IndexError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result = 100 / value          # might be ZeroDivisionError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IndexError: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print("Reading index out of range!")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ZeroDivisionError: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print("Cannot divide by zero reading!")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Capture the exception object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float("bad_data")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 as 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print(f"Error details: {e}")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    # Error details: could not convert string to float: 'bad_data'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else &amp; finally: The Full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else — runs ONLY if no exception occurred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float("22.5")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print("Bad data!")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else: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print(f"Successfully parsed: {reading}")   # this runs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finally — ALWAYS runs (cleanup!)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file = open("data.csv", "r")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data = file.read()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FileNotFoundError: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print("File not found!")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finally: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print("Cleanup complete")  # runs whether exception or not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The full pattern together: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try:       attempt the risky operation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except:    handle specific errors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else:      runs only on success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finally:   ALWAYS runs (cleanup)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Error Handling: Good vs Bad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4747"/>
                </a:solidFill>
                <a:latin typeface="Calibri"/>
              </a:rPr>
              <a:t>BAD — Swallowing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NEVER do this!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reading = parse_data(raw)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save_to_file(reading)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update_display(reading)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except: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pass    # silently ignore ALL errors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Also bad: too broad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float(raw)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except Exception: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0  # masks the real problem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You'll never know what went wrong!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GOOD — Specific and informative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# Custom exception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class SensorError(Exception):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"""Raised when sensor data is invalid."""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pass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def parse_reading(raw: str) -&gt; float: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try: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value = float(raw.split(':')[1])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except (ValueError, IndexError) as 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raise SensorError(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f"Bad reading: {raw!r}") from 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if not 0 &lt;= value &lt;= 100: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raise SensorError(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    f"Out of range: {value}")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return value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69CD6"/>
                </a:solidFill>
                <a:latin typeface="Calibri"/>
              </a:rPr>
              <a:t>TASK 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Task: Defensive parse_reading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4EC9B0"/>
                </a:solidFill>
                <a:latin typeface="Calibri"/>
              </a:rPr>
              <a:t>  ▸ BEGINNER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1. try/except to handle float('hello') — print friendly message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2. Add a finally block for cleanup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3. Handle ValueError and TypeError separately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569CD6"/>
                </a:solidFill>
                <a:latin typeface="Calibri"/>
              </a:rPr>
              <a:t>  ▸ INTERMEDIATE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4. Create custom SensorError exception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5. Update parse_reading to catch and re-raise as SensorError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6. Add range validation: raise if value &lt; -40 or &gt; 200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DCDCAA"/>
                </a:solidFill>
                <a:latin typeface="Calibri"/>
              </a:rPr>
              <a:t>  ▸ ADVANCED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7. Build exception hierarchy: SensorError -&gt; ReadingError, FormatError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8. Use raise ... from ... for exception chaining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 9. Write a context manager class for sensor connections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Exception Chaining &amp; Hierarchies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Exception chaining — preserve the original cause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SensorError(Exception):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ReadingError(SensorError):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value = float("bad_data")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ValueError as e: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raise ReadingError("Could not parse sensor data") from 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Traceback shows BOTH: ValueError AND ReadingError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Exception hierarchy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SensorError(Exception): pass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ReadingError(SensorError): pass   # bad data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FormatError(SensorError): pass    # wrong format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RangeError(SensorError): pass     # out of range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Catch the parent to handle ALL subtypes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try: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raise RangeError("Temperature 999C out of range")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except SensorError as e:    # catches ANY SensorError subclass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print(f"Sensor problem: {e}")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Reference: Context Managers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Context manager — automatic cleanup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class SensorConnection: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__init__(self, name):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self.name = name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__enter__(self):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print(f"Connected to {self.name}")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self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def __exit__(self, exc_type, exc_val, exc_tb):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    print(f"Disconnected from {self.name}")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        return False   # don't suppress exceptions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569CD6"/>
                </a:solidFill>
                <a:latin typeface="Consolas"/>
              </a:rPr>
              <a:t>with SensorConnection("TEMP_1") as conn: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>    print("Taking readings...")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"Disconnected" prints even if an error occurs inside 'with'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Same pattern as opening files: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with open("data.csv") as f:  # __enter__ opens, __exit__ closes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A9955"/>
                </a:solidFill>
                <a:latin typeface="Consolas"/>
              </a:rPr>
              <a:t>#     data = f.read()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Error Handling 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Common mistakes to watch for: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Using bare except: — always specify the exception type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except: pass — never silently swallow errors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Catching too broadly — Exception catches everything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Good patterns we practised: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Custom exceptions with meaningful names (SensorError)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Specific except clauses (ValueError, IndexError)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Exception chaining: raise X from 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Range validation after parsing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Error Handling: 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Tomorrow we'll see how error handling fits into the adapter pattern: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The adapter catches hardware-specific errors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The controller only sees SensorError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- Hardware details don't leak into business logic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pattern: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try: talk to hardware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  except SerialException: raise SensorError(...) from 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Clean separation — the controller never knows what went wrong at the hardware level.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Day 2 Recap: What We Mastered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Data Types: int, float, bool, str — and how to convert between them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Collections: lists, tuples, sets, dicts — and when to use each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Comprehensions: concise, readable collection transformations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Control Flow: for, while, break, continue, enumerate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Functions: def, defaults, *args, **kwargs, type hints, docstrings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Scope &amp; Closures: local, global, nonlocal — and why globals are dangerous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Lambda &amp; Higher-Order: map, filter, sorted — and when comprehensions are better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Decorators: functions that wrap functions to add behaviour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Error Handling: try/except/finally, custom exceptions, defensive programming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Tomorrow: ABCs, Patterns &amp;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Abstract Base Classes: enforcing contracts your subclasses MUST honour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Instrumental programming: serial ports, SCPI commands, bus protocols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Adapter Pattern: swapping instruments without changing your code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The Strategy Pattern: swapping measurement modes without if/elif chains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Testing: unittest for instrument code — test without hardware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Data I/O: saving readings to CSV, JSON, and the DataSink pattern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Capstone: build a mini data acquisition system — everything connected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CCCCCC"/>
                </a:solidFill>
                <a:latin typeface="Calibri"/>
              </a:rPr>
              <a:t>  "The controller does not care whether the instrument is real or simulated."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