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Scripts to Systems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3, Data Architecture, Metadata and Performance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goes, how to keep it fast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 3 Welcome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Yesterday: a working PySide6 application with MVC and worker threads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where does the data go? How do we keep it fast?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today: a complete instrument-control system with data logging and live plotting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DataSink Abstraction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data output from data production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Controller Does Not Care About Data Formats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produces readings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know whether they are written to CSV, JSON, HDF5, or /dev/null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architectural idea as the Adapter pattern, but for output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sends to DataSink interface, implementations fan out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DataSink Interface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abstractmethod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"""The contract for all data outputs.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@abstractmethod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"""Prepare the output (open file, write headers)."""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@abstractmethod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'Reading'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"""Write a single reading."""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@abstractmethod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"""Flush and close the output."""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Three methods. That's the entire contract.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Adding a new format = adding one class.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CsvSink vs JsonMetadataSink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CsvSink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6792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JsonMetadataSink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6336792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914400"/>
            <a:ext cx="0" cy="512064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CsvSink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DataSink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_file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_path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_writer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_file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_writer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'timestamp'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'channel'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'value'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'unit'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_writer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isoformat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f"{reading.value:.4f}"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_file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73952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JsonMetadataSink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DataSink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_path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_generate_path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_metadata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'experiment'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'operator'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'operator'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'instrument'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'instrument_id'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'started'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isoformat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'config'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'config'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metadata only, not per-reading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_metadata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'stopped'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isoformat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_path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_metadata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interface, completely different purpose. CsvSink writes data rows. JsonMetadataSink writes experiment context.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CompositeSink — Writing to Multiple Outputs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"""The tee pattern: write to multiple sinks simultaneously."""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Usage: write to CSV AND JSON metadata simultaneously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"data/readings.csv"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JsonMetadataSink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Hdf5Sink here later — no other code changes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7 — Implement DataSinks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DataSink ABC, CsvSink, JsonMetadataSink, CompositeSink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test script that creates a CompositeSink (CSV + JSON metadata)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20 readings using SimulatedInstrumentAdapter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reading to the composite sink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CSV file has 20 rows, JSON file has metadata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add Hdf5Sink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30 minutes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Writer Thread and Non-Blocking I/O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acquisition speed from disk speed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Problem — File I/O Blocks Acquisition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 disk is slow (especially CSV with flush)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writer blocks the acquisition loop, you miss readings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decouple with a queue and a dedicated writer thread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thread puts on queue, writer thread takes from queue and writes to disk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Coupled vs Decoupled I/O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Coupled: acquisition waits for disk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6792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Decoupled: queue absorbs bursts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6336792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914400"/>
            <a:ext cx="0" cy="512064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acquisition_loop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BLOCKS: disk write stalls acquisition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csv_file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to_csv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csv_file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disk is slow, we MISS the next 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73952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acquisition_loop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instant, non-blocking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writer_loop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blocks until data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sentinel: stop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disk I/O here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decouples speed: acquisition runs at instrument rate, writer runs at disk rate.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Queue-Based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"""Consumes readings from queue, writes to data sinks."""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daemon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sentinel 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clean shutdown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Setup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composite_sink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Acquisition puts readings on queue (fast)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Shutdown: send sentinel, wait for writer to finish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8 — Writer Thread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queue.Queue between acquisition worker and data sinks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WriterThread that consumes the queue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50 values, put on queue, verify CSV output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(None) for clean shutdown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20 minutes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Units, Metadata and Configuration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data self-describing and experiments reproducible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Units with Pint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UnitRegistry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ureg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UnitRegistry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Attach units to values — no more "is this Celsius or Fahrenheit?"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23.5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ureg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degC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23.5 degC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ureg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74.3 degF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ureg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kelvin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296.65 kelvin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Where units belong in the architecture: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Adapter:  attaches units to raw values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Model:    stores unit-aware values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Sink:     writes units to file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View:     formats for display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the adapter: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_parse_response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ureg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degC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unit attached here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Metadata for Reproducibility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file should be traceable to: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ran the experiment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instrument was used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started and stopped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configuration was active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software version was running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reproduce the experiment from the metadata, the data is an orphan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Configuration Files — YAML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default_config.yaml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6792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in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6336792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914400"/>
            <a:ext cx="0" cy="512064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"serial"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COM3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ignored if simulated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baud_rate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interval_ms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json_metadata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"thermal_test_001"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"J. Smith"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73952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load_config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safe_load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load_config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"configs/default.yaml"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 drives behaviour, no code changes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create_sinks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'acquisition'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'interval_ms'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the instrument? Edit YAML.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the sample rate? Edit YAML.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the output format? Edit YAML.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code doesn't change.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9 — Configuration and Metadata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default_config.yaml using config_loader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adapter and sink using factory functions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Connect, read 5 values, print them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change device.type in YAML, observe the effect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20 minutes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Performance Engineering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fixing the bottlenecks that matter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Six Most Common Performance Problems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Event loop blocking: serial.read() on main thread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Too many GUI updates: updating a label at 1000 Hz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Wrong-thread updates: writing to QLabel from worker thread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Slow file I/O in the acquisition loop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Slow parsing: regex in hot loops, string formatting per reading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No buffering: one-byte serial reads, one-row CSV writes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Diagnosis and Fixes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DIAGNOSIS: timing suspected hot spots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perf_counter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'temperature'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perf_counter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f"Read took {(t1-t0)*1000:.1f} ms"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DIAGNOSIS: queue health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f"Queue depth: {data_queue.qsize()}"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this number grows, the writer can't keep up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ALREADY SOLVED by our architecture: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[+] Event loop blocking     -&gt; worker 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[+] Wrong-thread updates    -&gt; signals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[+] Slow file I/O           -&gt; writer thread + queue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REMAINING FIXES: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 ] Too many GUI updates    -&gt; throttled QTimer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 ] Slow parsing            -&gt; pure functions, avoid regex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 ] No buffering            -&gt; batch writes, binary protocols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GUI Update Throttling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BAD: update view on every signal from the 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 100 Hz, this means 100 label.setText() calls per second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called 100x/sec!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add_point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100 redraws/sec!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GOOD: throttle with QTimer at 30 Hz (smooth, efficient)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_latest_reading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display_timer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QTimer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display_timer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~30 Hz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display_timer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_refresh_display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display_timer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_latest_reading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just store it (fast)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_refresh_display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_latest_reading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_latest_reading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redraw at 30 Hz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change: 100 redraws/sec drops to 30. GUI goes from jerky to silky smooth.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Plotting with PyQtGraph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Qt-native, designed for live data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PyQtGraph, Not Matplotlib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Matplotlib: excellent for static plots, too slow for real-time updates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PyQtGraph: designed for real-time, Qt-native, 60+ FPS updates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directly in PySide6 layouts, just add to a QVBoxLayout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plot flickers or lags, you're using the wrong library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Efficient Real-Time Plotting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pyqtgraph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LivePlotWidget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GraphicsLayoutWidget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"""Dual-channel real-time plot with ring buffer."""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buffer_size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buffer_size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buffer_size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'temperature'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buffer_size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'voltage'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buffer_size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Two plots, linked X axes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temp_plot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addPlot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"Temperature"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volt_plot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addPlot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"Voltage (V)"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volt_plot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setXLink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temp_plot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temp_curve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temp_plot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'#4FC3F7'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volt_curve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volt_plot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'#FFB74D'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buffer_size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"""Call at 30 Hz from QTimer, NOT per-reading."""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'temperature'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temp_curve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'voltage'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volt_curve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setData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10 — Real-Time Plot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dual-channel PyQtGraph plot to a PySide6 window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SimulatedInstrumentAdapter to generate temperature and voltage data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 (numpy array, 500 points per channel)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QTimer at 30 Hz reads from adapter and updates both traces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Start/Stop buttons, smooth scrolling traces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30 minutes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Capstone Integration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every piece together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Connected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LabMonitor application now has: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 with clean separation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and real adapters (interchangeable)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strategies (swappable)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acquisition worker (QThread)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queue plus writer thread (non-blocking I/O)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JSON metadata sinks (extensible)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Configuration-driven behaviour (YAML)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PyQtGraph plotting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Cross-Course Themes — Adding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MEASUREMENT MODE? Add a Strategy class.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BurstReadStrategy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MeasurementStrategy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Files changed: 1. Everything else: untouched.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DEVICE? Add an Adapter class.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ModbusAdapter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Files changed: 1. Everything else: untouched.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DATA FORMAT? Add a DataSink class.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Hdf5Sink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DataSink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Files changed: 1. Everything else: untouched.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CONFIG OPTION? Edit YAML.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Files changed: 0 (code). 1 (config).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Comes Next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start with smoke tests, grow from there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Packaging: PyInstaller for distributable applications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Git for team collaboration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automated testing on commit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docstrings where they matter, not everywhere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Course Complete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Script to Objects to Adapter to Strategy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SOLID to MVC to Error Handling to QThread to Working Application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DataSink to Writer Thread to Config to Performance to Live Plotting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mantra: the controller does not care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things by adding classes, not by editing existing code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makes the swap possible, configuration makes it easy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Scripts to Systems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questions welcome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Day 3 - Data Architecture, Metadata and Performance</dc:subject>
  <dc:creator>National Labs Training</dc:creator>
  <cp:lastModifiedBy>National Labs Training</cp:lastModifiedBy>
  <cp:revision>1</cp:revision>
  <dcterms:created xsi:type="dcterms:W3CDTF">2026-03-24T15:19:37Z</dcterms:created>
  <dcterms:modified xsi:type="dcterms:W3CDTF">2026-03-24T15:19:37Z</dcterms:modified>
</cp:coreProperties>
</file>